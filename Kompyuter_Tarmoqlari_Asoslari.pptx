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KENGAYTIRILGAN SHAKLI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9601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2-MAVZU: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KOMPYUTER TARMOQLARI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ASOSLARI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Tarmoq turlari • Topologiyalar • Qurilmalar • IP/MAC • DNS • TCP/UDP • Xavfsizlik &amp; Amaliyot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Kurs: Axborot Texnologiyalari va Tarmoqlar   |   🎯 Maqsad: Nazariy &amp; Amaliy ko'nikmalar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KIRISH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 Rejasi (Mavzu Mundarijasi)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1600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Kompyuter Tarmog'i nima?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19385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Tarmoq tushunchasi va turlari (PAN, LAN, MAN, WAN)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6002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040880" y="1600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Tarmoq Topologiyalari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9385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Shina, Halqa, Yulduz, Daraxtsimon tuzilmalar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69748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8346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45920" y="28346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Asosiy Tarmoq Qurilmalari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45920" y="31729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Switch, Router, Modem, Access Point vazifalari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69748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8346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040880" y="28346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va MAC Manzillar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31729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Jismoniy va mantiqiy identifikatorlar (IPv4 vs IPv6)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93192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06908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45920" y="40690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Tizimi &amp; Protokollar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45920" y="44074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ishlashi, TCP va UDP o'rtasidagi farqlar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393192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406908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040880" y="40690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Xavfsizlik &amp; Mantiqiy IQ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40880" y="44074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Firewall, VPN, DHCP va interaktiv jumboqlar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516636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3035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645920" y="5303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Amaliy Topshiriq (CMD)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645920" y="564184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ipconfig, ping, nslookup, tracert, netstat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ASOSIY TUSHUNCHA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Kompyuter Tarmog'i Nima?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10698480" cy="1463040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TA'RIF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Kompyuter tarmog‘i — o‘zaro ma’lumot va resurslar (fayllar, internet, printer) almashish uchun ulangan kompyuterlar va qurilmalar tizimidir.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4747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Resurslar Almashinuvi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411480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Fayllar, dasturlar, ma'lumotlar bazalarini birgalikda foydalanish.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320040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4747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🖨 Uskunalarni Bo'lishish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411480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Bitta printerni, skanerni yoki serverni butun jamoa ishlatishi.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320040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34747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Tezkor Aloqa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411480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Xabarlar, e-mail, video muloqot va onlayn hamkorlik tizimlari.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KLASSIFIKATSIYA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Tarmoq Turlari (Hajmiga Ko'ra)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2514600" cy="46634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737360"/>
            <a:ext cx="2057400" cy="54864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373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Area Network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Qamrovi: 1 - 10 metr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347472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Shaxsiy tarmoq. Bir kishi atrofidagi qurilmalar.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457200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Masalan: Bluetooth orqali telefon va naushnik/aqlli soat ulanishi.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1463040"/>
            <a:ext cx="2514600" cy="46634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03320" y="1737360"/>
            <a:ext cx="2057400" cy="54864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17373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57600" y="24688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Area Network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30175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Qamrovi: 1 bino / xona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03320" y="347472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Mahalliy tarmoq. Bitta bino yoki xona ichidagi tarmoq.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03320" y="457200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Masalan: Maktab sinfxonasi, uy yoki ofis tarmog‘i.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463040"/>
            <a:ext cx="2514600" cy="46634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1737360"/>
            <a:ext cx="2057400" cy="54864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7373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00800" y="24688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Area Network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30175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Qamrovi: Shahar / Tuman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347472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Shahar miqyosidagi tarmoq.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457200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Masalan: Shahar banklari filiallari yoki kuzatuv kameralar tarmog‘i.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61120" y="1463040"/>
            <a:ext cx="2514600" cy="46634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89720" y="1737360"/>
            <a:ext cx="2057400" cy="54864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25400">
            <a:solidFill>
              <a:srgbClr val="F472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89720" y="17373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144000" y="24688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Area Network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0" y="30175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Qamrovi: Global / Butun dunyo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89720" y="347472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tarmoq. Butun dunyoni bog‘laydi.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89720" y="457200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Eng katta WAN tarmog‘i — bu butun dunyoni qamrab olgan Internet!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ARXITEKTURA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Tarmoq Topologiyalari (Ulanish Shakllari)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120640" cy="2148840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🚌  Shina (Bus) Topologiyasi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Barcha kompyuterlar bitta umumiy magistral kabelga ketma-ket ulanadi.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Kabel uzilsa butun tarmoq to'xtaydi. Kichik tarmoqlarda ishlatilgan.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5120640" cy="2148840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645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⭕  Halqa (Ring) Topologiyasi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Kompyuterlar zanjir kabi bir-biriga ketma-ket ulanib, yopiq halqa hosil qiladi.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788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Ma'lumot faqat bir yo'nalishda aylanadi. Bitta nuqta uzilsa halqa uziladi.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5120640" cy="2148840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977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Yulduz (Star) Topologiyasi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4434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Barcha kompyuterlar markaziy Switch (yoki Router) qurilmasiga ulanadi.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51206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Bitta kabel uzilsa boshqalariga ta'sir qilmaydi. Zamonaviy tarmoqlar standarti.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794760"/>
            <a:ext cx="5120640" cy="2148840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977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🌳  Daraxtsimon (Tree) Topologiyasi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4434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nechta yulduzli tarmoqlarning ierarxik ravishda bir-biriga ulanishi.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51206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Yirik korxonalar va ko'p qavatli binolar uchun ideal boshqaruv tuzilmasi.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USKUNALAR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Asosiy Tarmoq Qurilmalari (Hardware)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120640" cy="2148840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(Kommutator)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Rol: LAN ichki ulovchisi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Mahalliy tarmoq (LAN) ichidagi kompyuterlarni kabel orqali bog'laydi. Ma'lumotni faqat kerakli qurilmaga MAC manzil bo'yicha aniq yetkazadi.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3154680"/>
            <a:ext cx="3200400" cy="320040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daraja / MAC bilan ishlaydi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5120640" cy="2148840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(Yo'naltirgich)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Rol: Tarmoqlarni bog'lovchi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3317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Turli xil tarmoqlarni (masalan, uydagi LAN tarmog'ini global Internet WAN tarmog'iga) bir-biriga bog'laydi va eng maqbul yo'nalishni (marshrutni) tanlaydi.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3154680"/>
            <a:ext cx="3200400" cy="320040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daraja / IP bilan ishlaydi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794760"/>
            <a:ext cx="5120640" cy="2148840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343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Rol: Signal o'zgartiruvchi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46634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Provayderdan kelayotgan analog yoki optik signalni kompyuter tushunadigan raqamli signalga (va aksincha) aylantirib beradi.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5840" y="5486400"/>
            <a:ext cx="3200400" cy="320040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486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Modulator / Demodulator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3794760"/>
            <a:ext cx="5120640" cy="2148840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Point (AP)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0" y="4343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Rol: Simsiz kirish nuqtasi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46634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Kabel orqali kelgan internetni Wi-Fi signali orqali havo orqali tarqatadi, simsiz telefon va noutbuklarni tarmoqqa ulaydi.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5486400"/>
            <a:ext cx="3200400" cy="320040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5486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qamrovi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IDENTIFIKATSIYA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IP Manzil va MAC Manzil (Kompyuter "Pasporti")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120640" cy="466344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MAC MANZIL (Jismoniy manzil)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Qurilmaning tarmoq kartasiga (NIC) zavodda berilgan o‘zgarmas unikal kod.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Dunyoda bitta qurilmada faqat bitta unikal MAC bo'ladi.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O'lchami: 48-bit (12 ta o'n oltilik raqam).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3840480"/>
            <a:ext cx="4572000" cy="82296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931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MISOL: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00:1A:2B:3C:4D:5E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9377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Tarmoq ichida (Switch) kompyuterni aniq topish uchun ishlatiladi.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5120640" cy="466344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IP MANZIL (Mantiqiy manzil)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1945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Tarmoqdagi joylashuviga qarab beriladigan va o‘zgarishi mumkin bo‘lgan manzil.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Routerlar paketni butun dunyo bo'ylab yo'naltirishda IP manzilga qarab ishlaydi.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3474720"/>
            <a:ext cx="4572000" cy="109728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36118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IPv4: 192.168.1.15  (4 ta son, 32-bit)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Taxminan 4.3 milliard manzil (hozir tugab bormoqda)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4754880"/>
            <a:ext cx="4572000" cy="109728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48920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IPv6: 2001:0db8:85a3::8a2e:0370:7334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(Yangi avlod, 128-bit, cheksiz miqdordagi manzillar)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NOMLAR TIZIMI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DNS Tizimi (Internetning "Telefon Daftari")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Nega DNS kerak?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Kompyuterlar bir-biri bilan faqat IP manzillar orqali muloqot qiladi (masalan, 142.250.185.206). Biroq insonlar uchun murakkab raqamlarni eslab qolish qiyin!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(Domain Name System) — sayt nomini (google.com) kompyuter tushunadigan IP-manzilga aylantirib beruvchi xizmatdir.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2468880" cy="274320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383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1-QADAM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Foydalanuvchi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2062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Brauzerga yozadi: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google.com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3200400"/>
            <a:ext cx="2468880" cy="274320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3383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2-QADAM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1880" y="3749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Server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42062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 daftardan qidiradi: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google.com = 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200400"/>
            <a:ext cx="2468880" cy="274320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383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3-QADAM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3749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Qaytariladi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42062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Manzil topildi: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142.250.185.206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23960" y="3200400"/>
            <a:ext cx="2468880" cy="274320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06840" y="3383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4-QADAM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006840" y="3749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Veb Server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06840" y="42062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Brauzer serverga ulanadi va sayt ochiladi!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DARAJASI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TCP va UDP Protokollari (Ma’lumot Qanday Uzatiladi?)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Ma’lumotlar tarmoq bo‘ylab kichik bo'laklar — PAKETLAR ko‘rinishida uzatiladi: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120640" cy="438912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TCP (Transmission Control Protocol)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KONSEPSIYA: ISHONCHLI USUL (Reliable)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6060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 bir paket yetib borganini tasdiq (ACK) orqali tekshiradi.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Agar yo'lda birorta paket yo‘qolsa, uni qaytadan yuboradi.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Paketlar qabul qiluvchi tomonda to'g'ri ketma-ketlikda yig'iladi.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Biroz sekinroq, lekin 100% aniqlik kafolatlangan.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4480560"/>
            <a:ext cx="457200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457200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Qayerda ishlatiladi: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Web-saytlar (HTTP/HTTPS)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Fayl yuklab olish (FTP)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Elektron pochta (SMTP, IMAP)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(Har bir harf va bit muhim bo'lgan joyda)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737360"/>
            <a:ext cx="5120640" cy="438912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UDP (User Datagram Protocol)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KONSEPSIYA: TEZKOR USUL (Speed First)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26060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Paket yetib borganini tekshirmaydi, tasdiq kutmaydi.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Paket yo'qolsa, uni qayta yuborib o'tirmaydi, keyingisiga o'tadi.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Ulanish o'rnatishga vaqt sarflamaydi — maksimal tezlik!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Yo'qotishlar bo'lishi mumkin, lekin kechikish (ping) minimal.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4480560"/>
            <a:ext cx="457200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457200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Qayerda ishlatiladi: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Onlayn o‘yinlar (CS, Dota, PUBG)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Video muloqot (Zoom, Telegram qo'ng'iroq)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Jonli efirlar (Live Stream)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(Sekundning ulushlari muhim bo'lgan joyda)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XAVFSIZLIK &amp; BOSHQARUV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Tarmoq Xavfsizligi va Muhim Xizmatlar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3383280" cy="4663440"/>
          </a:xfrm>
          <a:prstGeom prst="roundRect">
            <a:avLst>
              <a:gd name="adj" fmla="val 4054"/>
            </a:avLst>
          </a:prstGeom>
          <a:solidFill>
            <a:srgbClr val="1E293B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🧱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(Brandmauer)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Himoya Devori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Tarmoqqa kirayotgan va chiqayotgan trafikni qat'iy qoidalar asosida doimiy nazorat qiladi. Ruxsatsiz ulanishlar, xakerlik hujumlari va virusli paketlarni filtrlab, bloklaydi.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463040"/>
            <a:ext cx="3383280" cy="4663440"/>
          </a:xfrm>
          <a:prstGeom prst="roundRect">
            <a:avLst>
              <a:gd name="adj" fmla="val 4054"/>
            </a:avLst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7373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23774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 (Virtual Private Network)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2926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Shaxsiy Shifrlangan Tunnel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338328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Ommaviy yoki himoyalanmagan tarmoqda ma'lumotlarni shifrlaydi. Haqiqiy IP manzilni yashirib, foydalanuvchi ma'lumotlarining xavfsiz va maxfiy uzatilishini ta'minlaydi.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463040"/>
            <a:ext cx="3383280" cy="4663440"/>
          </a:xfrm>
          <a:prstGeom prst="roundRect">
            <a:avLst>
              <a:gd name="adj" fmla="val 4054"/>
            </a:avLst>
          </a:prstGeom>
          <a:solidFill>
            <a:srgbClr val="1E293B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7373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321040" y="23774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DHCP (Dynamic Host Config)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2926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Avtomatik Manzil Tarqatuvchi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21040" y="338328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Tarmoqqa yangi ulangan har bir qurilmaga (noutbuk, telefon, planshet) avtomatik ravishda erkin IP manzil, tarmoq niqobi (Subnet mask) va shlyuz manzilini taqsimlovchi protokol.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INTERAKTIV SAVOL-JAVOB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Doska Uchun IQ / Mantiqiy Jumboqlar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120640" cy="466344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1-Mantiqiy Savol: Paketlar Yo'qolishi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Vaziyat: Kompyuter 100 MB faylni tarmoq orqali yubormoqchi. Tarmoq uni 1 MB dan qilib 100 ta paketga bo‘lib yuboradi. Yo‘lda 45-paket yo‘qolib qoldi. Nima sodir bo‘ladi?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3383280"/>
            <a:ext cx="4572000" cy="2560320"/>
          </a:xfrm>
          <a:prstGeom prst="roundRect">
            <a:avLst>
              <a:gd name="adj" fmla="val 357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520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TO'G'RI JAVOB: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3840480"/>
            <a:ext cx="4206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Agar UDP bo‘lsa: Yo‘qolgan paketga umuman e’tibor bermaydi, davom etadi. Natijada fayl yoki rasm buzilib ochiladi.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Agar TCP bo‘lsa: Yo‘qolgan 45-paketni darhol sezadi, qabul qiluvchi uni qaytadan so‘rab oladi va faylni 100% butun holatda yig‘ib beradi.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5120640" cy="466344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2-Mantiqiy Savol: DNS va IP Manzil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21031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Vaziyat: Internet o'chmagan, lekin brauzerga "google.com" deb yozsangiz sayt ochilmayapti. Biroq "142.250.185.206" deb yozsangiz sayt darhol ochilyapti. Muammo qayerda?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3383280"/>
            <a:ext cx="4572000" cy="2560320"/>
          </a:xfrm>
          <a:prstGeom prst="roundRect">
            <a:avLst>
              <a:gd name="adj" fmla="val 357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3520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TO'G'RI JAVOB: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0" y="3840480"/>
            <a:ext cx="4206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Muammo: Kompyuterda DNS server sozlamasi buzilgan yoki provayderning DNS serveri ishlamayapti.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Tushuntirish: Kompyuter tarmoqqa to'g'ridan-to'g'ri ulangan, biroq nomlarni IP ga tarjima qilib beruvchi "telefon daftari" (DNS) javob bermayapti. Yechim: 8.8.8.8 (Google DNS) yoki 1.1.1.1 o'rnatish.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AMALIY MASHG'ULOT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Amaliy Topshiriq (Terminal / CMD orqali)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Klaviaturada Win + R tugmalarini bosing, "cmd" deb yozing va Enter bosing: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69848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2024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4767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ipconfig /all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19659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Kompyuterning IP, MAC va DNS manzillarini to'liq ko‘rish.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1069848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78892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8163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ping google.com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28346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serveri bilan aloqani va javob tezligini (ms) tekshirish.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520440"/>
            <a:ext cx="1069848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65760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68503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nslookup google.com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37033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Sayt domeniga tegishli IP manzilni aniqlash (DNS qanday ishlayotganini ko'rish).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389120"/>
            <a:ext cx="1069848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52628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55371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tracert google.com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45720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 kompyuteringizdan Google serverigacha qaysi routerlar orqali o‘tayotganini kuzatish.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539496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542239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netstat -an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54406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Hozirda kompyuterga ulangan barcha tarmoq ulanishlari va portlarni ko'rish.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YAKUN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Xulosa va Q&amp;A (Savol-Javob)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10698480" cy="320040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3736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Kompyuter tarmoqlari ma'lumot va resurslarni birgalikda ishlatish uchun zarur.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19456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Tarmoqlar miqyosiga qarab PAN, LAN, MAN va WAN turlariga bo'linadi.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65176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Switch LAN ichida MAC manzil bilan, Router esa global tarmoqda IP manzil bilan ishlaydi.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10896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DNS inson tushunadigan nomlarni raqamli IP manzillarga o'girib beradi.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56616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TCP ishonchlilik va aniqlik kafolati, UDP esa maksimal tezlik vositasi.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402336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Tarmoq xavfsizligida Firewall va VPN eng asosiy himoya qalqonlaridir.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937760"/>
            <a:ext cx="10698480" cy="109728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E'tiboringiz uchun rahmat! Savollaringiz bormi?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2026-09-24T14:41:07Z</dcterms:created>
  <dcterms:modified xsi:type="dcterms:W3CDTF">2026-09-24T14:41:07Z</dcterms:modified>
</cp:coreProperties>
</file>