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Downloads/presentation_assets/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097280"/>
            <a:ext cx="292608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KENGAYTIRILGAN SHAKLI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2-MAVZU: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TARMOQLARI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ASOSLARI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turlari • Topologiyalar • Qurilmalar • IP &amp; MAC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tizimi • TCP/UDP • Xavfsizlik • CMD Amaliyoti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530352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394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Kurs: Axborot Texnologiyalari va Zamonaviy Tarmoqlar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Maqsad: Nazariy bilimlar va amaliy buyruqlar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 TARTIBI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 Rejasi (Mavzu Mundarijasi)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Tarmog'i nima?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Ta'rif, afzalliklar va resurslar almashinuvi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Turlari (PAN, LAN, MAN, WAN)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Qamrov maydoni va ko'lami bo'yicha tasnif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696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Topologiyalari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Shina, Halqa, Yulduz va Daraxtsimon tuzilmalar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Tarmoq Qurilmalari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611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Switch, Router, Modem, Access Point vazifalari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Manzil va MAC Manzil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611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pasporti: Fizik va mantiqiy identifikatsiya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30175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869680" y="3154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Tizimi (Domain Name System)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3611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Nomlarni IP ga tarjima qilish 4 bosqichi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4805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17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va UDP Protokollari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5074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Ishonchlilik (TCP) vs Tezkorlik (UDP)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44805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617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1208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Xavfsizlik &amp; Mantiqiy IQ Savollar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5074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Firewall, VPN, DHCP va interaktiv savollar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44805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617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86968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Topshiriq (CMD / Terminal)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69680" y="5074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ipconfig, ping, nslookup, tracert, netstat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TUSHUNCHA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Kompyuter Tarmog'i Nima?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ASOSIY TA'RIF: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tarmog‘i — o‘zaro ma’lumot va umumiy resurslar (fayllar, dasturlar, internet aloqasi, printerlar) almashish hamda hamkorlikda foydalanish uchun maxsus aloqa kanallari orqali ulangan kompyuterlar va qurilmalar tizimidir.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Resurslar Almashinuvi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Fayllar, ma'lumotlar bazasi, korporativ dasturiy ta'minotni birgalikda boshqarish.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2918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🖨️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Uskunalarni Bo'lishish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4663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tarmoq printeri yoki serverni butun tashkilot xodimlari umumiy ishlatishi.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2918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Tezkor Aloqa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4663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 pochta, messenjerlar, IP-telefoniya va real vaqtda video anjumanlar o'tkazish.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TASNIF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 Turlari (Hajmi va Qamroviga Ko‘ra)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c:/Users/user/Downloads/presentation_assets/network_type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10698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ARXITEKTURA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Tarmoq Topologiyalari (Ulanish Shakllari)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c:/Users/user/Downloads/presentation_assets/topolog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62179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508760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Shina (Bus)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qurilmalar bitta umumiy magistral kabelga ketma-ket ulanadi. Kabel uzilsa butun tarmoq to'xtaydi.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0" y="2679192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2770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⭕ Halqa (Ring)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30906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Kompyuterlar zanjir kabi bir-biriga yopiq doira bo'lib ulanadi. Ma'lumot bir yo'nalishda aylanadi.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3849624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Yulduz (Star)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0" y="42611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kompyuterlar markaziy Switch'ga alohida kabel orqali ulanadi. Bitta kabel uzilsa boshqalariga ta'sir qilmaydi (Standart!).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0" y="5020056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51114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Daraxtsimon (Tree)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0" y="543153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nechta yulduzli tarmoqlarning ierarxik shoxlanishi. Ko'p qavatli binolar va korxonalar uchun mos.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USKUNALAR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Asosiy Tarmoq Qurilmalari (Hardware)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c:/Users/user/Downloads/presentation_assets/hardw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62179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508760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(Kommutator)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18562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Daraja • LAN Ichki Ulovchisi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ichidagi kompyuterlarni bog'laydi. Ma'lumotni faqat kerakli qabul qiluvchiga uning MAC manzili bo'yicha yuboradi.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0" y="2679192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770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(Yo'naltirgich)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0" y="30266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Daraja • Tarmoqlarni Bog'lovchi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Turli tarmoqlarni (LAN va tashqi Internet WAN) ulaydi. Paketlar uchun eng maqbul yo'nalishni (marshrutni) IP bo'yicha tanlaydi.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32320" y="3849624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0" y="41970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O'zgartiruvchi (Modulator)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4416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Provayderdan keluvchi optik yoki analog signalni kompyuter tushunadigan raqamli signalga aylantiradi.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0" y="5020056"/>
            <a:ext cx="4297680" cy="1078992"/>
          </a:xfrm>
          <a:prstGeom prst="roundRect">
            <a:avLst>
              <a:gd name="adj" fmla="val 8475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5111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 (AP)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53675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Simsiz Kirish Nuqtasi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0" y="55869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Kabel orqali kelgan tarmoqni simsiz Wi-Fi signallari orqali havo bo'ylab tarqatadi.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IDENTIFIKATSIYA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IP Manzil va MAC Manzil (Kompyuter "Pasporti")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131D31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MAC MANZIL (Jismoniy Manzil)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Qurilmaning tarmoq kartasiga (NIC) zavodda berilgan o‘zgarmas unikal apparat kodi.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Dunyoda har bir qurilmada faqat bitta unikal MAC bo'ladi.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O‘lchami: 48-bit (12 ta o‘n oltilik raqam, 6 juftlik).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93192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0B11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NAMUNA MAC MANZIL: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00:1A:2B:3C:4D:5E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Switch lokal tarmoq ichida paketni adashmay yetkazish uchun aynan MAC manzilga qaraydi.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131D31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IP MANZIL (Mantiqiy Manzil)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Tarmoqdagi joriy joylashuvga qarab provayder yoki router tomonidan beriladigan o‘zgaruvchi manzil.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Butun jahon bo‘ylab ma'lumotni global yo‘naltirish uchun zarur.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56616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IPv4: 192.168.1.15  (32-bit, 4 ta son 0-255)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Taxminan 4.3 milliard manzil (hozirda tugab bormoqda)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75488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92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IPv6: 2001:0db8:85a3::8a2e:0370:7334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(Yangi avlod, 128-bit, 340 undecillion cheksiz manzillar)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NOMLAR TIZIMI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DNS Tizimi (Internetning "Telefon Daftari")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31D3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Kompyuterlar bir-biri bilan faqat raqamli IP manzil orqali aloqa qiladi (masalan: 142.250.185.206). Biroq odamlar uchun buni eslab qolish qiyin! DNS (Domain Name System) sayt nomini (google.com) kompyuter tushunadigan IP-manzilga aylantirib beruvchi global xizmatdir.</a:t>
            </a:r>
            <a:endParaRPr lang="en-US" sz="1200" dirty="0"/>
          </a:p>
        </p:txBody>
      </p:sp>
      <p:pic>
        <p:nvPicPr>
          <p:cNvPr id="7" name="Image 0" descr="c:/Users/user/Downloads/presentation_assets/dn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10698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DARAJASI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TCP va UDP Protokollari (Ma’lumot Qanday Uzatiladi?)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c:/Users/user/Downloads/presentation_assets/tcp_udp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10698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 &amp; BOSHQARUV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Tarmoq Xavfsizligi Asoslari va DHCP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c:/Users/user/Downloads/presentation_assets/secur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3891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508760"/>
            <a:ext cx="6035040" cy="1444752"/>
          </a:xfrm>
          <a:prstGeom prst="roundRect">
            <a:avLst>
              <a:gd name="adj" fmla="val 6329"/>
            </a:avLst>
          </a:prstGeom>
          <a:solidFill>
            <a:srgbClr val="131D31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1618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  Firewall (Brandmauer)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509760" y="161848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0B11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0" y="16184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 Devori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1984248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Tarmoqqa kirayotgan va chiqayotgan butun trafikni xavfsizlik qoidalari asosida nazorat qiladi. Ruxsatsiz ulanishlarni, xakerlik hujumlarini va zararli paketlarni darhol bloklaydi.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4960" y="3081528"/>
            <a:ext cx="6035040" cy="1444752"/>
          </a:xfrm>
          <a:prstGeom prst="roundRect">
            <a:avLst>
              <a:gd name="adj" fmla="val 6329"/>
            </a:avLst>
          </a:prstGeom>
          <a:solidFill>
            <a:srgbClr val="131D3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3191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VPN (Virtual Private Network)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509760" y="3191256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09760" y="31912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Shaxsiy Shifrlangan Tunnel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77840" y="355701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Ommaviy va ochiq tarmoqlarda ma'lumotlarni shifrlaydi. Haqiqiy IP manzilni yashirib, maxfiy va xavfsiz himoyalangan kanal yaratadi.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94960" y="4654296"/>
            <a:ext cx="6035040" cy="1444752"/>
          </a:xfrm>
          <a:prstGeom prst="roundRect">
            <a:avLst>
              <a:gd name="adj" fmla="val 6329"/>
            </a:avLst>
          </a:prstGeom>
          <a:solidFill>
            <a:srgbClr val="131D31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4764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DHCP Xizmati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509760" y="4764024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0B11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0" y="47640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IP Taqsimlovchi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77840" y="5129784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Tarmoqqa yangi ulangan qurilmalarga (noutbuk, telefon) qo'lda sozlamasdan, avtomatik tarzda bo'sh IP manzil, subnet mask va shlyuz manzilini taqsimlovchi protokol.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 BOSQICH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1-Mantiqiy Jumboq: Paketlar Yo'qolishi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VAZIYAT: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 100 MB hajmdagi faylni tarmoq orqali yubormoqchi. Tarmoq uni 1 MB dan qilib 100 ta paketga bo‘lib jo‘natadi. Yo‘lda 45-paket yo‘qolib qoldi.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sodir bo‘ladi?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5212080" cy="2560320"/>
          </a:xfrm>
          <a:prstGeom prst="roundRect">
            <a:avLst>
              <a:gd name="adj" fmla="val 4286"/>
            </a:avLst>
          </a:prstGeom>
          <a:solidFill>
            <a:srgbClr val="131D3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AGAR UDP PROTOKOLI BO‘LSA: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Yo‘qolgan 45-paketga umuman e’tibor bermaydi, jo‘natishni davom ettiradi.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Qabul qiluvchi tomonda fayl yoki rasm buzilib ochiladi, yo butunlay ochilmaydi.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Chunki UDP tasdiq kutmaydi va qayta yuborish mexanizmiga ega emas.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474720"/>
            <a:ext cx="5212080" cy="2560320"/>
          </a:xfrm>
          <a:prstGeom prst="roundRect">
            <a:avLst>
              <a:gd name="adj" fmla="val 4286"/>
            </a:avLst>
          </a:prstGeom>
          <a:solidFill>
            <a:srgbClr val="131D31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AGAR TCP PROTOKOLI BO‘LSA: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Qabul qiluvchi kompyuter 45-paket yetib kelmaganini darhol sezadi (ACK yo‘qligi).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Jo‘natuvchidan faqat 45-paketni qaytadan yuborishni so‘raydi.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Natijada fayl 100% to‘liq va butun holatda xatosiz yig‘ib beriladi!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INTERAKTIV BOSQICH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2-Mantiqiy Jumboq: DNS va IP Manzil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VAZIYAT: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tarmog‘i o‘chmagan, simlar butun. Biroq brauzerga "google.com" deb yozsangiz sayt ochilmayapti. Lekin uning o‘rniga to‘g‘ridan-to‘g‘ri "142.250.185.206" deb yozsangiz sayt darhol ochilyapti.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 qayerda?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10698480" cy="2560320"/>
          </a:xfrm>
          <a:prstGeom prst="roundRect">
            <a:avLst>
              <a:gd name="adj" fmla="val 4286"/>
            </a:avLst>
          </a:prstGeom>
          <a:solidFill>
            <a:srgbClr val="131D31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TO‘G‘RI JAVOB VA TAHLIL: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069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Muammo: Kompyuterdagi DNS server sozlamasi buzilgan yoki provayderning DNS serveri vaqtincha ishlamayapti.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Tushuntirish: Kompyuter internetga to‘liq ulangan va ma'lumot almashmoqda. Biroq odamlar tushunadigan so‘zlarni ("google.com") kompyuter tushunadigan raqamlarga ("142.250.185.206") o‘girib beruvchi "telefon daftari" (DNS) javob bermayapti.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Yechim: Tarmoq sozlamalarida DNS manzilini universal serverlarga almashtirish: 8.8.8.8 (Google DNS) yoki 1.1.1.1 (Cloudflare DNS).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MASHG‘ULOT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Amaliy Topshiriq (Terminal / CMD Buyruqlari)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Klaviaturada Win + R tugmalarini bosing, "cmd" deb yozing va Enter bosing: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ipconfig /all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Kompyuterning to‘liq IP, jismoniy MAC va DNS server manzillarini ko‘rish.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3464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620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ping google.com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880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serveri bilan aloqa va paket yetib borish tezligini (ms) tekshirish.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0332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30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nslookup google.com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749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Sayt domeniga tegishli IP manzilni aniqlash (DNS qanday ishlayotganini ko‘rish).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7200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99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tracert google.com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46177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kompyuteringizdan servergacha qaysi routerlar orqali o‘tayotganini kuzatish.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3035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131D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44068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0B11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4681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netstat -an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54864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Hozirda kompyuteringizga ulangan barcha tarmoq ulanishlari va ochiq portlarni ko‘rish.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Xulosa va Q&amp;A (Savol-Javob)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3291840"/>
          </a:xfrm>
          <a:prstGeom prst="roundRect">
            <a:avLst>
              <a:gd name="adj" fmla="val 3333"/>
            </a:avLst>
          </a:prstGeom>
          <a:solidFill>
            <a:srgbClr val="131D31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Kompyuter tarmoqlari ma'lumot va uskunaviy resurslarni birgalikda boshqarish uchun zarur.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203704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Tarmoqlar qamroviga ko‘ra: PAN (shaxsiy), LAN (bino), MAN (shahar), WAN (global internet).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Eng zamonaviy, xatoliklarga bardoshli topologiya — bu Yulduz (Star) topologiyasidir.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044952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Switch lokal tarmoqda MAC manzil bilan, Router esa global tarmoqda IP manzil bilan ishlaydi.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465576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DNS inson tushunadigan nomlarni raqamli IP ga aylantiruvchi qidiruv tizimidir.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388620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TCP — 100% aniqlik va butunlik kafolati, UDP — minimal kechikish va maksimal tezlik.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4306824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Firewall va VPN tarmoq xavfsizligining eng asosiy qalqonlaridir.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E'tiboringiz uchun rahmat! Savollaringiz bormi?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2026-09-24T14:52:10Z</dcterms:created>
  <dcterms:modified xsi:type="dcterms:W3CDTF">2026-09-24T14:52:10Z</dcterms:modified>
</cp:coreProperties>
</file>